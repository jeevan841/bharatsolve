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12700">
            <a:solidFill>
              <a:srgbClr val="1C3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C3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0"/>
            <a:ext cx="0" cy="6858000"/>
          </a:xfrm>
          <a:prstGeom prst="line">
            <a:avLst/>
          </a:prstGeom>
          <a:noFill/>
          <a:ln w="12700">
            <a:solidFill>
              <a:srgbClr val="1C3B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12700">
            <a:solidFill>
              <a:srgbClr val="1C3B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12700">
            <a:solidFill>
              <a:srgbClr val="1C3B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1C3B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12700">
            <a:solidFill>
              <a:srgbClr val="1C3B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C3B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1031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F2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BharatSolve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indigenous LP / MILP / QP optimization solver core,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mathematical foundations — a sovereign alternative to CPLEX, Gurobi and Xpress.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34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SIH26119 — Indigenous GPU-Accelerated Optimization Solver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4800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Mangalore Refinery and Petrochemicals Limited (MRPL)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166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Category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5166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 / Software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32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/ ID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5532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/  [Team ID]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7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D8C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46504"/>
            <a:ext cx="82296" cy="457200"/>
          </a:xfrm>
          <a:prstGeom prst="rect">
            <a:avLst/>
          </a:prstGeom>
          <a:solidFill>
            <a:srgbClr val="C97A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0253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refining, power and logistics sectors run on foreign solvers (CPLEX, Gurobi, Xpress): high license cost, and the internals cannot be inspected or tuned for national needs.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63824"/>
            <a:ext cx="82296" cy="457200"/>
          </a:xfrm>
          <a:prstGeom prst="rect">
            <a:avLst/>
          </a:prstGeom>
          <a:solidFill>
            <a:srgbClr val="C97A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1089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1985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BharatSolve — an LP / MILP / QP engine written from scratch: presolve, scaling, a bounded simplex (primal two-phase + dual), branch-and-bound, and an independent verification layer that checks every answer against the original model before it is reported.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81144"/>
            <a:ext cx="82296" cy="457200"/>
          </a:xfrm>
          <a:prstGeom prst="rect">
            <a:avLst/>
          </a:prstGeom>
          <a:solidFill>
            <a:srgbClr val="C97A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5262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different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3717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solve carries its own proof: primal feasibility, dual feasibility and complementary slackness are recomputed independently, not just trusted from the solver's internal state.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16916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2286000"/>
            <a:ext cx="4663440" cy="457200"/>
          </a:xfrm>
          <a:prstGeom prst="rect">
            <a:avLst/>
          </a:prstGeom>
          <a:solidFill>
            <a:srgbClr val="24466E"/>
          </a:solidFill>
          <a:ln w="6350">
            <a:solidFill>
              <a:srgbClr val="1C3B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 / MPS-QP reader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2798064"/>
            <a:ext cx="4663440" cy="457200"/>
          </a:xfrm>
          <a:prstGeom prst="rect">
            <a:avLst/>
          </a:prstGeom>
          <a:solidFill>
            <a:srgbClr val="1C3B5F"/>
          </a:solidFill>
          <a:ln w="6350">
            <a:solidFill>
              <a:srgbClr val="1C3B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27980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Presolve (fixed vars, empty rows)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3310128"/>
            <a:ext cx="4663440" cy="457200"/>
          </a:xfrm>
          <a:prstGeom prst="rect">
            <a:avLst/>
          </a:prstGeom>
          <a:solidFill>
            <a:srgbClr val="24466E"/>
          </a:solidFill>
          <a:ln w="6350">
            <a:solidFill>
              <a:srgbClr val="1C3B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33101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scaling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3822192"/>
            <a:ext cx="4663440" cy="457200"/>
          </a:xfrm>
          <a:prstGeom prst="rect">
            <a:avLst/>
          </a:prstGeom>
          <a:solidFill>
            <a:srgbClr val="1C3B5F"/>
          </a:solidFill>
          <a:ln w="6350">
            <a:solidFill>
              <a:srgbClr val="1C3B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3822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Simplex (primal 2-phase, dual)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0840" y="4334256"/>
            <a:ext cx="4663440" cy="457200"/>
          </a:xfrm>
          <a:prstGeom prst="rect">
            <a:avLst/>
          </a:prstGeom>
          <a:solidFill>
            <a:srgbClr val="24466E"/>
          </a:solidFill>
          <a:ln w="6350">
            <a:solidFill>
              <a:srgbClr val="1C3B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43342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Branch-and-bound (MILP)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4846320"/>
            <a:ext cx="4663440" cy="457200"/>
          </a:xfrm>
          <a:prstGeom prst="rect">
            <a:avLst/>
          </a:prstGeom>
          <a:solidFill>
            <a:srgbClr val="1C3B5F"/>
          </a:solidFill>
          <a:ln w="6350">
            <a:solidFill>
              <a:srgbClr val="1C3B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03720" y="4846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20840" y="5358384"/>
            <a:ext cx="4663440" cy="457200"/>
          </a:xfrm>
          <a:prstGeom prst="rect">
            <a:avLst/>
          </a:prstGeom>
          <a:solidFill>
            <a:srgbClr val="24466E"/>
          </a:solidFill>
          <a:ln w="6350">
            <a:solidFill>
              <a:srgbClr val="1C3B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03720" y="53583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CLI / UI output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7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D8C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8C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3611880" cy="82296"/>
          </a:xfrm>
          <a:prstGeom prst="rect">
            <a:avLst/>
          </a:prstGeom>
          <a:solidFill>
            <a:srgbClr val="C97A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LP core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3317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Full-tableau + revised bounded simplex, dense LU with product-form eta updates, refactorized periodically for stability. Two-phase composite Phase-1 (no Big-M) handles any bound/cost sign combination; a dual-simplex path is available for warm restarts.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8CF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691640"/>
            <a:ext cx="3611880" cy="82296"/>
          </a:xfrm>
          <a:prstGeom prst="rect">
            <a:avLst/>
          </a:prstGeom>
          <a:solidFill>
            <a:srgbClr val="C97A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3317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branch-and-bound on the LP relaxation, most-fractional branching, bound-based pruning. Presolve folds fixed columns and drops empty rows before the root relaxation.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8CF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91640"/>
            <a:ext cx="3611880" cy="82296"/>
          </a:xfrm>
          <a:prstGeom prst="rect">
            <a:avLst/>
          </a:prstGeom>
          <a:solidFill>
            <a:srgbClr val="C97A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85632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23317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code path recomputes primal feasibility, integer feasibility, dual feasibility and complementary slackness directly from the ORIGINAL model — not from solver-internal state — before a solution is reported optimal.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solver dependencies (built from mathematical foundations, per the problem statement). QP, sparse LU, cutting planes and GPU acceleration are the next-iteration roadmap.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7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PROTOTYPE, NOT A PITCH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Evidence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D8CFB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SciPy's HiGHS backend on Netlib LP instances and one MILP. Every solved instance is independently verified (feasibility, duals, complementary slackness).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310896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2103120"/>
                <a:gridCol w="2103120"/>
                <a:gridCol w="1188720"/>
                <a:gridCol w="155448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6F2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6F2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× Cols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6F2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BharatSolve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6F2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HiGHS (SciPy)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6F2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6F2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afiro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× 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-464.753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-464.753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7D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adlittle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× 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225,495.0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225,495.0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7D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×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-7.750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-7.750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7D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 × 282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-11.639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-11.639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7D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israel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 × 142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-896,645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-896,645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7D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flugpl (MILP)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× 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1,201,500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1,201,500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7D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25fv47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821 × 1,571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 limit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5,501.85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349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8 instances match HiGHS to 4+ significant figures. 25fv47 (821 rows) hits the time limit — an honest, documented limit of the dense-LU MVP engine, not a silent failure.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live: a crude-blending demo (LP), a browser console (upload MPS, solve, inspect verification), and a CLI with proper exit codes for pipeline integration.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7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D8C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64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Sovereignty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98424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foreign license, no black-box internals — algorithms can be inspected, audited and tuned for national-security-sensitive scheduling (refinery, power, defence logistics).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664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198424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recurring per-core / per-user commercial solver licensing for every downstream Indian tool that currently depends on CPLEX/Gurobi/Xpress.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81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015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independent verification layer means every answer ships with a checkable feasibility/optimality certificate, not just a number.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3108960"/>
            <a:ext cx="457200" cy="457200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3081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Extensibility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4015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pipeline (presolve → scale → solve → verify) built so MIQP, NLP and MINLP can be added later without a rewrite.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7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Research, References &amp;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D8CFB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sources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Netlib LP test set (afiro, adlittle, israel, e226, 25fv47, avgas, chip, flugpl)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MIPLIB 2017 — next-phase MILP benchmark target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Mittelmann benchmark suite — performance-profile target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/ HiGHS — reference solver for this round's comparison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645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0116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LU + Forrest-Tomlin updates (scale past ~1000 rows)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Interior-point method for QP and warm-started MILP nodes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planes, pseudo-cost branching, deterministic parallel B&amp;B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linear algebra kernels where they measurably help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1064240" cy="1554480"/>
          </a:xfrm>
          <a:prstGeom prst="rect">
            <a:avLst/>
          </a:prstGeom>
          <a:solidFill>
            <a:srgbClr val="132A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evidence slide runs today: bin/bharatsolve, a browser UI, and a benchmark script producing bench_results.csv — reproducible on any Linux machine or GitHub Codespaces.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2026-09-29T18:21:48Z</dcterms:created>
  <dcterms:modified xsi:type="dcterms:W3CDTF">2026-09-29T18:21:48Z</dcterms:modified>
</cp:coreProperties>
</file>